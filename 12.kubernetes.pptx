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58" r:id="rId4"/>
    <p:sldId id="259" r:id="rId5"/>
    <p:sldId id="256" r:id="rId6"/>
    <p:sldId id="260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108FC-9ADC-65F5-4C9F-E8ADC20B5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6E5BB-1C85-8785-54D7-24A5589B4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38B31-64A4-03EC-EEA7-8D4BA4D76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D30B6-E4CE-42F3-A841-C2861FFF0987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9688B-5B3E-B7DA-6CE1-0C57F0809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7C435-9BB0-5650-C2B6-3D8D35B63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03F9-318F-46EB-A304-DA159D51ED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399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8989A-79EA-5A98-FC62-5299EE542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D64F7-A6DE-3410-3DEA-77CF2F4C4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014CB-0230-19C9-B8A6-4B9556140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D30B6-E4CE-42F3-A841-C2861FFF0987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C8523-AADB-B406-32BF-937609BF1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79CE7-EA9A-8E18-4854-85BACB89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03F9-318F-46EB-A304-DA159D51ED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903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521FD-3501-0F2B-A087-5EF458EE9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F788D-FE36-4812-F8C6-D2B1FECE0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0FB20-3851-23A7-4A7F-A7C398D7A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D30B6-E4CE-42F3-A841-C2861FFF0987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95B8D-0CD5-96B9-FBA4-C3651EB96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1A52A-9F64-3A0E-718E-C1ADCCF3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03F9-318F-46EB-A304-DA159D51ED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543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C6636-A068-6857-B8BE-C11FA509B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6E607-C3F2-26EC-6E64-82A7244B84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43290-0AFF-E6E2-46DA-62D4050EA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D0E3C-53B5-6300-7FE6-3A7385EE5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D30B6-E4CE-42F3-A841-C2861FFF0987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8C12B-4A3D-8A7E-53DC-40115970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75E07-235D-84A2-3D37-94D6A2353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03F9-318F-46EB-A304-DA159D51ED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5889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E4E3D-F00D-DCD0-E419-5E3CB4018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00784-AE1A-4CCC-9E81-4142D4AF9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6087F0-F895-AB21-5B27-FD1620A82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E064E-DF4B-3C0B-16A3-498B84AFF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0651D9-3843-B91B-469D-9D5E037EF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420088-30A5-06D5-E251-3507B64A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D30B6-E4CE-42F3-A841-C2861FFF0987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88D2F-C784-CCA6-A579-4098DB735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0C50AA-0349-3BE3-D489-00D56597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03F9-318F-46EB-A304-DA159D51ED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5326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2AB59-5926-BE8F-95A1-962375C95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36206-6400-F6C5-CD34-98D81F4AD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D30B6-E4CE-42F3-A841-C2861FFF0987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909F82-E7D6-D2F5-3F8C-6F57995FE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CB5F94-FDB9-EB63-8983-CB0D7D746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03F9-318F-46EB-A304-DA159D51ED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27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0A8F6C-CAA4-AD47-B64E-E9C83CC9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D30B6-E4CE-42F3-A841-C2861FFF0987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B4CFF-19FD-D7F3-DC9C-CAB3E878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589F8-6A0A-0EDB-1CB8-318D57115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03F9-318F-46EB-A304-DA159D51ED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1347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E2BD8-08F3-4D98-0F47-4198389A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AA333-F225-AB1E-B723-115BAC064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0F224-7CED-4006-6807-3E1A733CE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194DA-4347-C8D8-9723-71BE1598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D30B6-E4CE-42F3-A841-C2861FFF0987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3601C-4ECB-E814-FEE7-29A33E1DD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0580C-A724-96DF-7F79-3F7FB4F7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03F9-318F-46EB-A304-DA159D51ED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5985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0983C-AF96-B149-B6CB-190499194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7C5C4F-48D6-9F00-3037-13F5FFCFC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44DBF-0A5A-F245-476B-FBE1C6248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50A78-16BA-D8F7-AE2D-2BC3CA8B5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D30B6-E4CE-42F3-A841-C2861FFF0987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B4A0D-B05B-7E20-3A45-58BE81414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EC7B9-B5CE-0460-6E30-961DA5D2B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03F9-318F-46EB-A304-DA159D51ED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2115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C7891-746F-9D9C-406C-8D24EF162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30870-E6FE-427A-B8FB-09CABD069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CE9A7-68D9-149C-33C1-7FF72211A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D30B6-E4CE-42F3-A841-C2861FFF0987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325A4-C0BA-B9BF-8977-F179AB9E5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E3780-49BD-7FBC-EA58-40CE4DC2F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03F9-318F-46EB-A304-DA159D51ED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734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AAF45E-E7F2-2688-D487-601B052CEF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A8F99-9944-8B9E-226E-5754D5B76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0FBEE-16D8-DAF1-6BDE-3666A1A6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D30B6-E4CE-42F3-A841-C2861FFF0987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C0081-E11E-2B18-9BE4-9D50BEFFA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3ED09-5E75-8AD0-2EE5-68261EA8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03F9-318F-46EB-A304-DA159D51ED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405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4CB26D-09F9-F711-8BBC-75F87D2D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518FB-F22C-1AB4-CDC7-CD3C1A685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56D07-80BA-3572-DF3E-595E018A0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2D30B6-E4CE-42F3-A841-C2861FFF0987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84249-C783-417F-CF00-BCBF00897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ECBED-8561-3D7A-4013-68B637A9A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303F9-318F-46EB-A304-DA159D51ED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0594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E10CEC-1FB5-6994-6E3C-A70D3DBDC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49" y="141811"/>
            <a:ext cx="9840151" cy="3596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ADADCE-8566-FF56-3BB3-EF6A52002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738775"/>
            <a:ext cx="7115746" cy="345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60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5D998C-AFC3-7A65-71D7-C8EF0746B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57" y="156869"/>
            <a:ext cx="6887536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68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E7BA6-7643-0BB1-005C-D2831E8CE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0A414C-FF7E-0DCA-B3A0-5713B3984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1976"/>
            <a:ext cx="12192000" cy="485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00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384C-4152-4FFD-D1F4-9CB001F4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14530C-E353-E672-DEF1-D50CA87A0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7862"/>
            <a:ext cx="11811000" cy="479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56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69EBB8-FD20-5C95-8559-82F32A7FA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67" y="290993"/>
            <a:ext cx="3622362" cy="512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08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92C66-9329-C8CD-4688-1B33D76DF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674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Estevez Polvorinos, E. (Enrique)</dc:creator>
  <cp:lastModifiedBy>Estevez Polvorinos, E. (Enrique)</cp:lastModifiedBy>
  <cp:revision>4</cp:revision>
  <dcterms:created xsi:type="dcterms:W3CDTF">2025-10-31T17:30:19Z</dcterms:created>
  <dcterms:modified xsi:type="dcterms:W3CDTF">2025-11-07T17:00:33Z</dcterms:modified>
</cp:coreProperties>
</file>