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08FC-9ADC-65F5-4C9F-E8ADC20B5E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6E5BB-1C85-8785-54D7-24A5589B4F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38B31-64A4-03EC-EEA7-8D4BA4D76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9688B-5B3E-B7DA-6CE1-0C57F0809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7C435-9BB0-5650-C2B6-3D8D35B63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93996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89A-79EA-5A98-FC62-5299EE542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D64F7-A6DE-3410-3DEA-77CF2F4C4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014CB-0230-19C9-B8A6-4B9556140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C8523-AADB-B406-32BF-937609BF1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79CE7-EA9A-8E18-4854-85BACB89E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903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521FD-3501-0F2B-A087-5EF458EE9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4F788D-FE36-4812-F8C6-D2B1FECE0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0FB20-3851-23A7-4A7F-A7C398D7A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95B8D-0CD5-96B9-FBA4-C3651EB96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1A52A-9F64-3A0E-718E-C1ADCCF30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543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C6636-A068-6857-B8BE-C11FA509B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E607-C3F2-26EC-6E64-82A7244B84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143290-0AFF-E6E2-46DA-62D4050EA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BD0E3C-53B5-6300-7FE6-3A7385EE5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18C12B-4A3D-8A7E-53DC-401159709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775E07-235D-84A2-3D37-94D6A2353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588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E4E3D-F00D-DCD0-E419-5E3CB401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00784-AE1A-4CCC-9E81-4142D4AF98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6087F0-F895-AB21-5B27-FD1620A824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E064E-DF4B-3C0B-16A3-498B84AF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0651D9-3843-B91B-469D-9D5E037EFE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420088-30A5-06D5-E251-3507B64A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88D2F-C784-CCA6-A579-4098DB735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0C50AA-0349-3BE3-D489-00D565978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5326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AB59-5926-BE8F-95A1-962375C95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D36206-6400-F6C5-CD34-98D81F4AD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909F82-E7D6-D2F5-3F8C-6F57995FE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CB5F94-FDB9-EB63-8983-CB0D7D746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27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0A8F6C-CAA4-AD47-B64E-E9C83CC9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B4CFF-19FD-D7F3-DC9C-CAB3E878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589F8-6A0A-0EDB-1CB8-318D5711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1347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E2BD8-08F3-4D98-0F47-4198389AC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AA333-F225-AB1E-B723-115BAC064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A0F224-7CED-4006-6807-3E1A733CE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194DA-4347-C8D8-9723-71BE159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3601C-4ECB-E814-FEE7-29A33E1DD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0580C-A724-96DF-7F79-3F7FB4F7D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5985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0983C-AF96-B149-B6CB-190499194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C5C4F-48D6-9F00-3037-13F5FFCFCA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144DBF-0A5A-F245-476B-FBE1C6248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50A78-16BA-D8F7-AE2D-2BC3CA8B5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B4A0D-B05B-7E20-3A45-58BE81414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3EC7B9-B5CE-0460-6E30-961DA5D2B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211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C7891-746F-9D9C-406C-8D24EF162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330870-E6FE-427A-B8FB-09CABD069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E9A7-68D9-149C-33C1-7FF72211A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325A4-C0BA-B9BF-8977-F179AB9E5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E3780-49BD-7FBC-EA58-40CE4DC2F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7346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AAF45E-E7F2-2688-D487-601B052CEF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A8F99-9944-8B9E-226E-5754D5B764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0FBEE-16D8-DAF1-6BDE-3666A1A6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C0081-E11E-2B18-9BE4-9D50BEFF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3ED09-5E75-8AD0-2EE5-68261EA8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405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4CB26D-09F9-F711-8BBC-75F87D2D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518FB-F22C-1AB4-CDC7-CD3C1A685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56D07-80BA-3572-DF3E-595E018A0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84249-C783-417F-CF00-BCBF00897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ECBED-8561-3D7A-4013-68B637A9A2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0594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92C66-9329-C8CD-4688-1B33D76DF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C086C0-CEE0-74DE-A376-CDCCC45BC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" y="143850"/>
            <a:ext cx="6944694" cy="24006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3C9A1B-97DC-F879-D8E1-9F6D13013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06" y="2544485"/>
            <a:ext cx="7611537" cy="35247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1C4B6-EFCE-AE76-E003-D1DF72D996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6306" y="4202062"/>
            <a:ext cx="2114845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674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07C074-E183-5466-902B-EA4BF658D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8" y="0"/>
            <a:ext cx="8869013" cy="1705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7F59A4-3632-D2EE-D0AE-24DB42062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38" y="2095374"/>
            <a:ext cx="4106721" cy="26672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82050E-101E-5EE4-50B3-A7EBF59C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442" y="2095374"/>
            <a:ext cx="4096899" cy="266725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9245925-CD78-BFC8-1C26-4A6FF37FC259}"/>
              </a:ext>
            </a:extLst>
          </p:cNvPr>
          <p:cNvSpPr/>
          <p:nvPr/>
        </p:nvSpPr>
        <p:spPr>
          <a:xfrm>
            <a:off x="6241542" y="3968496"/>
            <a:ext cx="3248791" cy="2011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879B77-C3BF-85D7-CD4D-AAA3ADD460D6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4230159" y="3429000"/>
            <a:ext cx="12272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5484B63B-2B5D-EA3A-355B-88CAEF696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4208" y="4828802"/>
            <a:ext cx="6263640" cy="12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0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F1BCD2-28B3-9C59-9191-FE82E7635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29" y="369551"/>
            <a:ext cx="8954750" cy="2667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997E66-FF8E-1E96-3C7E-A8000B0C3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175" y="864601"/>
            <a:ext cx="893569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864C2A-9878-08A9-86E5-BE2BAED7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2" y="1200024"/>
            <a:ext cx="4096899" cy="266725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D1980A4-0917-B8E3-0EAD-C6666E1398AF}"/>
              </a:ext>
            </a:extLst>
          </p:cNvPr>
          <p:cNvCxnSpPr>
            <a:cxnSpLocks/>
          </p:cNvCxnSpPr>
          <p:nvPr/>
        </p:nvCxnSpPr>
        <p:spPr>
          <a:xfrm>
            <a:off x="4258734" y="2533650"/>
            <a:ext cx="12272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2D9A0BA-1B47-5003-6A7E-55580B1A4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017" y="1126144"/>
            <a:ext cx="4430059" cy="281501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E4C7ED4-9B77-4240-E2C7-EA6CC9E17A0F}"/>
              </a:ext>
            </a:extLst>
          </p:cNvPr>
          <p:cNvSpPr/>
          <p:nvPr/>
        </p:nvSpPr>
        <p:spPr>
          <a:xfrm>
            <a:off x="6841617" y="3558921"/>
            <a:ext cx="2073783" cy="1653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7D6927-9753-1ACA-A75C-BC2C5F669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46" y="4333645"/>
            <a:ext cx="10259857" cy="1648055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444D865-B009-C2E5-FD35-DACE0D64C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70873"/>
            <a:ext cx="10515600" cy="1325563"/>
          </a:xfrm>
        </p:spPr>
        <p:txBody>
          <a:bodyPr/>
          <a:lstStyle/>
          <a:p>
            <a:r>
              <a:rPr lang="es-ES"/>
              <a:t>Limitations of updates</a:t>
            </a:r>
          </a:p>
        </p:txBody>
      </p:sp>
    </p:spTree>
    <p:extLst>
      <p:ext uri="{BB962C8B-B14F-4D97-AF65-F5344CB8AC3E}">
        <p14:creationId xmlns:p14="http://schemas.microsoft.com/office/powerpoint/2010/main" val="1857306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5D8C6B-AAF1-3507-9A5D-D67ADB285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23646"/>
            <a:ext cx="4602266" cy="23623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5DEC36-F657-E954-8F8C-8820460F2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756" y="2795347"/>
            <a:ext cx="6363588" cy="343900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69F13E5-4C9E-D0DD-50F3-00329C6A3CF4}"/>
              </a:ext>
            </a:extLst>
          </p:cNvPr>
          <p:cNvSpPr/>
          <p:nvPr/>
        </p:nvSpPr>
        <p:spPr>
          <a:xfrm>
            <a:off x="1895475" y="5111495"/>
            <a:ext cx="6363588" cy="1222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2963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0F5D53-5030-B90E-4E70-0F12D4923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46" y="199795"/>
            <a:ext cx="4887775" cy="2781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0F5E0C-2DEA-9C2D-031E-90F2B7CC9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265" y="3257352"/>
            <a:ext cx="6263186" cy="249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742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420E-040F-C026-2126-134085E61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832" y="53464"/>
            <a:ext cx="3596640" cy="1325563"/>
          </a:xfrm>
        </p:spPr>
        <p:txBody>
          <a:bodyPr/>
          <a:lstStyle/>
          <a:p>
            <a:r>
              <a:rPr lang="es-ES"/>
              <a:t>Deployment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CD1D7C-06A0-6E01-23FD-2A974F714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79" y="1576387"/>
            <a:ext cx="4410691" cy="397247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F416BA9-4F0B-18C0-D370-B9BDC6E9BDBF}"/>
              </a:ext>
            </a:extLst>
          </p:cNvPr>
          <p:cNvSpPr/>
          <p:nvPr/>
        </p:nvSpPr>
        <p:spPr>
          <a:xfrm>
            <a:off x="736092" y="3514725"/>
            <a:ext cx="3512058" cy="20341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9366D-8256-C708-BB42-94B852A95990}"/>
              </a:ext>
            </a:extLst>
          </p:cNvPr>
          <p:cNvSpPr txBox="1"/>
          <p:nvPr/>
        </p:nvSpPr>
        <p:spPr>
          <a:xfrm>
            <a:off x="2483857" y="3762756"/>
            <a:ext cx="17642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200" b="1"/>
              <a:t>Configuration for  every single pod created by this deployment</a:t>
            </a:r>
            <a:r>
              <a:rPr lang="es-ES"/>
              <a:t>	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2B58DA1-57BE-204A-3D1D-AA1F593168FD}"/>
              </a:ext>
            </a:extLst>
          </p:cNvPr>
          <p:cNvCxnSpPr>
            <a:cxnSpLocks/>
          </p:cNvCxnSpPr>
          <p:nvPr/>
        </p:nvCxnSpPr>
        <p:spPr>
          <a:xfrm flipV="1">
            <a:off x="1929384" y="2697480"/>
            <a:ext cx="2121408" cy="64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64D7F30-B500-F986-5368-F14CE4B54D67}"/>
              </a:ext>
            </a:extLst>
          </p:cNvPr>
          <p:cNvSpPr txBox="1"/>
          <p:nvPr/>
        </p:nvSpPr>
        <p:spPr>
          <a:xfrm>
            <a:off x="4114023" y="2421112"/>
            <a:ext cx="17642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200" b="1"/>
              <a:t>Number of identical pods</a:t>
            </a:r>
            <a:endParaRPr lang="es-E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AE7A55-A607-C9E6-287A-7DE1D44E4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242" y="3121736"/>
            <a:ext cx="3724795" cy="2553056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BFEBF8B-56C5-6A79-E979-241E95BC52DB}"/>
              </a:ext>
            </a:extLst>
          </p:cNvPr>
          <p:cNvCxnSpPr>
            <a:cxnSpLocks/>
          </p:cNvCxnSpPr>
          <p:nvPr/>
        </p:nvCxnSpPr>
        <p:spPr>
          <a:xfrm>
            <a:off x="4468368" y="4506780"/>
            <a:ext cx="22755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B347587-ED46-E9EA-3BEA-77AB969A06DD}"/>
              </a:ext>
            </a:extLst>
          </p:cNvPr>
          <p:cNvSpPr txBox="1"/>
          <p:nvPr/>
        </p:nvSpPr>
        <p:spPr>
          <a:xfrm>
            <a:off x="4979642" y="4586843"/>
            <a:ext cx="17642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200" b="1"/>
              <a:t>Similar to the pod config that we had</a:t>
            </a:r>
            <a:endParaRPr lang="es-E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81F1550-0482-9B93-130A-E33F23CD3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935" y="647184"/>
            <a:ext cx="5039226" cy="203173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CE15B6-C90F-CB25-982A-77563EE930E7}"/>
              </a:ext>
            </a:extLst>
          </p:cNvPr>
          <p:cNvCxnSpPr>
            <a:cxnSpLocks/>
          </p:cNvCxnSpPr>
          <p:nvPr/>
        </p:nvCxnSpPr>
        <p:spPr>
          <a:xfrm flipV="1">
            <a:off x="2612136" y="2500120"/>
            <a:ext cx="4131799" cy="843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B3B753-09D9-456B-F2C2-E88BD4A9F31B}"/>
              </a:ext>
            </a:extLst>
          </p:cNvPr>
          <p:cNvCxnSpPr>
            <a:cxnSpLocks/>
          </p:cNvCxnSpPr>
          <p:nvPr/>
        </p:nvCxnSpPr>
        <p:spPr>
          <a:xfrm flipV="1">
            <a:off x="1978152" y="2570854"/>
            <a:ext cx="4559808" cy="15543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058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F21966B-5C22-153A-AE6C-681396CF7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15" y="109728"/>
            <a:ext cx="7530377" cy="16709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8DD2D7-92A5-3DB7-FDB5-4BEC37639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215" y="2363962"/>
            <a:ext cx="7762450" cy="1538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1E167B-E105-0718-C07D-2F198D5C7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15" y="4334192"/>
            <a:ext cx="8636801" cy="757199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0596B2F-F880-2AFA-361E-598D6007335A}"/>
              </a:ext>
            </a:extLst>
          </p:cNvPr>
          <p:cNvCxnSpPr/>
          <p:nvPr/>
        </p:nvCxnSpPr>
        <p:spPr>
          <a:xfrm>
            <a:off x="3493008" y="5102352"/>
            <a:ext cx="0" cy="768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BC11F18-4290-31F9-7DFA-B140356297B8}"/>
              </a:ext>
            </a:extLst>
          </p:cNvPr>
          <p:cNvSpPr txBox="1"/>
          <p:nvPr/>
        </p:nvSpPr>
        <p:spPr>
          <a:xfrm>
            <a:off x="3063240" y="5881409"/>
            <a:ext cx="1226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Replica =1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793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DF6228-7848-32A7-A757-63DABB9FC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05" y="877825"/>
            <a:ext cx="6387527" cy="222524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B7F551F-D493-A3F2-5C11-D01010BB5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832" y="53465"/>
            <a:ext cx="9375648" cy="824360"/>
          </a:xfrm>
        </p:spPr>
        <p:txBody>
          <a:bodyPr>
            <a:normAutofit/>
          </a:bodyPr>
          <a:lstStyle/>
          <a:p>
            <a:r>
              <a:rPr lang="es-ES" sz="3600"/>
              <a:t>Access the container. Why we use services?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917AF8-A2B0-ACD0-27F1-4006B33F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525" y="1026671"/>
            <a:ext cx="4037519" cy="3541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91EEA2-3F99-CE86-E52B-C77A9111A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6305" y="1744372"/>
            <a:ext cx="5254037" cy="16846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A7C938-A000-4D66-A36F-FB1640520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59" y="3927430"/>
            <a:ext cx="9850225" cy="62873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79093B0-B7F8-8D45-4D55-6B0CF610BED1}"/>
              </a:ext>
            </a:extLst>
          </p:cNvPr>
          <p:cNvSpPr/>
          <p:nvPr/>
        </p:nvSpPr>
        <p:spPr>
          <a:xfrm>
            <a:off x="7918704" y="4133089"/>
            <a:ext cx="1216152" cy="423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3A87F69-0F1D-9010-D556-1A113DA68EFB}"/>
              </a:ext>
            </a:extLst>
          </p:cNvPr>
          <p:cNvSpPr txBox="1"/>
          <p:nvPr/>
        </p:nvSpPr>
        <p:spPr>
          <a:xfrm>
            <a:off x="7791187" y="4727707"/>
            <a:ext cx="2431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200" b="1"/>
              <a:t>Random IP address internal to our VM. Assigned to the pod. It can change when the pod is recreated</a:t>
            </a:r>
            <a:br>
              <a:rPr lang="es-ES" sz="1200" b="1"/>
            </a:br>
            <a:r>
              <a:rPr lang="es-ES" sz="1200" b="1">
                <a:solidFill>
                  <a:srgbClr val="FF0000"/>
                </a:solidFill>
              </a:rPr>
              <a:t>This is why we need Service Objects</a:t>
            </a:r>
            <a:endParaRPr lang="es-ES">
              <a:solidFill>
                <a:srgbClr val="FF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4BA397-46E4-9215-C4E7-C5A3C1B256BF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5660136" y="2586686"/>
            <a:ext cx="2131051" cy="2741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80B09CAC-52C9-1229-3C88-A41AE945CB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8890" y="4954671"/>
            <a:ext cx="1535602" cy="1849864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85B72B9-FD62-F4B4-9292-E48D02409896}"/>
              </a:ext>
            </a:extLst>
          </p:cNvPr>
          <p:cNvSpPr/>
          <p:nvPr/>
        </p:nvSpPr>
        <p:spPr>
          <a:xfrm>
            <a:off x="4742688" y="6455664"/>
            <a:ext cx="1091184" cy="3488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77C31F-F0F5-15F0-CC5B-86616B1106E0}"/>
              </a:ext>
            </a:extLst>
          </p:cNvPr>
          <p:cNvCxnSpPr>
            <a:cxnSpLocks/>
          </p:cNvCxnSpPr>
          <p:nvPr/>
        </p:nvCxnSpPr>
        <p:spPr>
          <a:xfrm>
            <a:off x="5833872" y="6630099"/>
            <a:ext cx="11486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B3BD0F3-2018-D6E4-3074-DD0454F1D971}"/>
              </a:ext>
            </a:extLst>
          </p:cNvPr>
          <p:cNvSpPr txBox="1"/>
          <p:nvPr/>
        </p:nvSpPr>
        <p:spPr>
          <a:xfrm>
            <a:off x="7086600" y="6472672"/>
            <a:ext cx="31019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To route traffic to the pods with that selector</a:t>
            </a:r>
            <a:endParaRPr lang="es-ES" sz="1200"/>
          </a:p>
        </p:txBody>
      </p:sp>
    </p:spTree>
    <p:extLst>
      <p:ext uri="{BB962C8B-B14F-4D97-AF65-F5344CB8AC3E}">
        <p14:creationId xmlns:p14="http://schemas.microsoft.com/office/powerpoint/2010/main" val="3187165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672B68E-BF1E-D1D6-BD9D-6D9E12E9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71" y="203111"/>
            <a:ext cx="5950923" cy="3911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8D8B38-1128-A1BA-F0EF-CB1D713B1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9762" y="323321"/>
            <a:ext cx="2038635" cy="3791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C3D3FD7-2272-5DF5-5B54-669A96FCBB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4661281"/>
            <a:ext cx="6121855" cy="18733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8713E9-6E0E-6CE8-7084-8D49ECE6B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9762" y="5140716"/>
            <a:ext cx="1886213" cy="91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03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CA1BC-563E-317F-3C9E-0AD8FF09D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40" y="255397"/>
            <a:ext cx="7098792" cy="878459"/>
          </a:xfrm>
        </p:spPr>
        <p:txBody>
          <a:bodyPr/>
          <a:lstStyle/>
          <a:p>
            <a:r>
              <a:rPr lang="en-US"/>
              <a:t>Scaling Deployments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5887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2932</TotalTime>
  <Words>78</Words>
  <Application>Microsoft Office PowerPoint</Application>
  <PresentationFormat>Widescreen</PresentationFormat>
  <Paragraphs>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Limitations of updates</vt:lpstr>
      <vt:lpstr>PowerPoint Presentation</vt:lpstr>
      <vt:lpstr>PowerPoint Presentation</vt:lpstr>
      <vt:lpstr>Deployment</vt:lpstr>
      <vt:lpstr>PowerPoint Presentation</vt:lpstr>
      <vt:lpstr>Access the container. Why we use services?</vt:lpstr>
      <vt:lpstr>PowerPoint Presentation</vt:lpstr>
      <vt:lpstr>Scaling Deployments</vt:lpstr>
    </vt:vector>
  </TitlesOfParts>
  <Company>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Estevez Polvorinos, E. (Enrique)</dc:creator>
  <cp:lastModifiedBy>Estevez Polvorinos, E. (Enrique)</cp:lastModifiedBy>
  <cp:revision>8</cp:revision>
  <dcterms:created xsi:type="dcterms:W3CDTF">2025-10-31T17:30:19Z</dcterms:created>
  <dcterms:modified xsi:type="dcterms:W3CDTF">2025-11-09T16:38:23Z</dcterms:modified>
</cp:coreProperties>
</file>