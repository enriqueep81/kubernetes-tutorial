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0" r:id="rId2"/>
    <p:sldId id="261" r:id="rId3"/>
    <p:sldId id="262" r:id="rId4"/>
    <p:sldId id="263" r:id="rId5"/>
    <p:sldId id="264" r:id="rId6"/>
    <p:sldId id="265" r:id="rId7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108FC-9ADC-65F5-4C9F-E8ADC20B5EB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BA6E5BB-1C85-8785-54D7-24A5589B4F4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338B31-64A4-03EC-EEA7-8D4BA4D76A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79688B-5B3E-B7DA-6CE1-0C57F08096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C7C435-9BB0-5650-C2B6-3D8D35B630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939960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8989A-79EA-5A98-FC62-5299EE5422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BD64F7-A6DE-3410-3DEA-77CF2F4C4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5014CB-0230-19C9-B8A6-4B95561403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3FC8523-AADB-B406-32BF-937609BF14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579CE7-EA9A-8E18-4854-85BACB89E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09903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A521FD-3501-0F2B-A087-5EF458EE9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54F788D-FE36-4812-F8C6-D2B1FECE07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20FB20-3851-23A7-4A7F-A7C398D7A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795B8D-0CD5-96B9-FBA4-C3651EB96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91A52A-9F64-3A0E-718E-C1ADCCF30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56543088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C6636-A068-6857-B8BE-C11FA509BC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6E607-C3F2-26EC-6E64-82A7244B84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143290-0AFF-E6E2-46DA-62D4050EADB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BD0E3C-53B5-6300-7FE6-3A7385EE59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18C12B-4A3D-8A7E-53DC-401159709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775E07-235D-84A2-3D37-94D6A2353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758892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7E4E3D-F00D-DCD0-E419-5E3CB40180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C200784-AE1A-4CCC-9E81-4142D4AF98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E6087F0-F895-AB21-5B27-FD1620A8248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0BE064E-DF4B-3C0B-16A3-498B84AF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E0651D9-3843-B91B-469D-9D5E037EFE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1420088-30A5-06D5-E251-3507B64A82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DC88D2F-C784-CCA6-A579-4098DB735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00C50AA-0349-3BE3-D489-00D5659780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3253266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2AB59-5926-BE8F-95A1-962375C95F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DD36206-6400-F6C5-CD34-98D81F4ADD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4909F82-E7D6-D2F5-3F8C-6F57995FE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CB5F94-FDB9-EB63-8983-CB0D7D746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0127577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0A8F6C-CAA4-AD47-B64E-E9C83CC9B2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3CB4CFF-19FD-D7F3-DC9C-CAB3E8788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9589F8-6A0A-0EDB-1CB8-318D57115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413470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5E2BD8-08F3-4D98-0F47-4198389ACD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AA333-F225-AB1E-B723-115BAC0643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A0F224-7CED-4006-6807-3E1A733CE9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22194DA-4347-C8D8-9723-71BE15986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83601C-4ECB-E814-FEE7-29A33E1DD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40580C-A724-96DF-7F79-3F7FB4F7D5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1359857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0983C-AF96-B149-B6CB-190499194A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C7C5C4F-48D6-9F00-3037-13F5FFCFCAA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E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144DBF-0A5A-F245-476B-FBE1C62487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50A78-16BA-D8F7-AE2D-2BC3CA8B5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85B4A0D-B05B-7E20-3A45-58BE814140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23EC7B9-B5CE-0460-6E30-961DA5D2B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68211523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C7891-746F-9D9C-406C-8D24EF162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9330870-E6FE-427A-B8FB-09CABD06978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CE9A7-68D9-149C-33C1-7FF72211A7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325A4-C0BA-B9BF-8977-F179AB9E51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5E3780-49BD-7FBC-EA58-40CE4DC2F9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4673468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3AAF45E-E7F2-2688-D487-601B052CEF1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F9A8F99-9944-8B9E-226E-5754D5B764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E0FBEE-16D8-DAF1-6BDE-3666A1A6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C0081-E11E-2B18-9BE4-9D50BEFFA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03ED09-5E75-8AD0-2EE5-68261EA8C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4059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4CB26D-09F9-F711-8BBC-75F87D2DF8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s-E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2518FB-F22C-1AB4-CDC7-CD3C1A6852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E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356D07-80BA-3572-DF3E-595E018A07E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2D30B6-E4CE-42F3-A841-C2861FFF0987}" type="datetimeFigureOut">
              <a:rPr lang="es-ES" smtClean="0"/>
              <a:t>07/11/2025</a:t>
            </a:fld>
            <a:endParaRPr lang="es-E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584249-C783-417F-CF00-BCBF0089793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E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9ECBED-8561-3D7A-4013-68B637A9A21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F7303F9-318F-46EB-A304-DA159D51ED46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0059464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092C66-9329-C8CD-4688-1B33D76DF9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8C086C0-CEE0-74DE-A376-CDCCC45BC7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" y="143850"/>
            <a:ext cx="6944694" cy="240063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DC3C9A1B-97DC-F879-D8E1-9F6D13013E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6306" y="2544485"/>
            <a:ext cx="7611537" cy="352474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91C4B6-EFCE-AE76-E003-D1DF72D9964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66306" y="4202062"/>
            <a:ext cx="2114845" cy="1543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6742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207C074-E183-5466-902B-EA4BF658DB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318" y="0"/>
            <a:ext cx="8869013" cy="170521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47F59A4-3632-D2EE-D0AE-24DB42062C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38" y="2095374"/>
            <a:ext cx="4106721" cy="266725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82050E-101E-5EE4-50B3-A7EBF59C78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7442" y="2095374"/>
            <a:ext cx="4096899" cy="266725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9245925-CD78-BFC8-1C26-4A6FF37FC259}"/>
              </a:ext>
            </a:extLst>
          </p:cNvPr>
          <p:cNvSpPr/>
          <p:nvPr/>
        </p:nvSpPr>
        <p:spPr>
          <a:xfrm>
            <a:off x="6241542" y="3968496"/>
            <a:ext cx="3248791" cy="20116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DE879B77-C3BF-85D7-CD4D-AAA3ADD460D6}"/>
              </a:ext>
            </a:extLst>
          </p:cNvPr>
          <p:cNvCxnSpPr>
            <a:stCxn id="7" idx="3"/>
            <a:endCxn id="9" idx="1"/>
          </p:cNvCxnSpPr>
          <p:nvPr/>
        </p:nvCxnSpPr>
        <p:spPr>
          <a:xfrm>
            <a:off x="4230159" y="3429000"/>
            <a:ext cx="12272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5484B63B-2B5D-EA3A-355B-88CAEF6963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64208" y="4828802"/>
            <a:ext cx="6263640" cy="1213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1032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DFF1BCD2-28B3-9C59-9191-FE82E7635E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529" y="369551"/>
            <a:ext cx="8954750" cy="2667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6997E66-FF8E-1E96-3C7E-A8000B0C33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3175" y="864601"/>
            <a:ext cx="8935697" cy="38486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1694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9864C2A-9878-08A9-86E5-BE2BAED707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592" y="1200024"/>
            <a:ext cx="4096899" cy="2667252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D1980A4-0917-B8E3-0EAD-C6666E1398AF}"/>
              </a:ext>
            </a:extLst>
          </p:cNvPr>
          <p:cNvCxnSpPr>
            <a:cxnSpLocks/>
          </p:cNvCxnSpPr>
          <p:nvPr/>
        </p:nvCxnSpPr>
        <p:spPr>
          <a:xfrm>
            <a:off x="4258734" y="2533650"/>
            <a:ext cx="122728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92D9A0BA-1B47-5003-6A7E-55580B1A48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017" y="1126144"/>
            <a:ext cx="4430059" cy="281501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E4C7ED4-9B77-4240-E2C7-EA6CC9E17A0F}"/>
              </a:ext>
            </a:extLst>
          </p:cNvPr>
          <p:cNvSpPr/>
          <p:nvPr/>
        </p:nvSpPr>
        <p:spPr>
          <a:xfrm>
            <a:off x="6841617" y="3558921"/>
            <a:ext cx="2073783" cy="1653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227D6927-9753-1ACA-A75C-BC2C5F669B8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846" y="4333645"/>
            <a:ext cx="10259857" cy="1648055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D444D865-B009-C2E5-FD35-DACE0D64C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325" y="70873"/>
            <a:ext cx="10515600" cy="1325563"/>
          </a:xfrm>
        </p:spPr>
        <p:txBody>
          <a:bodyPr/>
          <a:lstStyle/>
          <a:p>
            <a:r>
              <a:rPr lang="es-ES"/>
              <a:t>Limitations of updates</a:t>
            </a:r>
          </a:p>
        </p:txBody>
      </p:sp>
    </p:spTree>
    <p:extLst>
      <p:ext uri="{BB962C8B-B14F-4D97-AF65-F5344CB8AC3E}">
        <p14:creationId xmlns:p14="http://schemas.microsoft.com/office/powerpoint/2010/main" val="18573063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65D8C6B-AAF1-3507-9A5D-D67ADB285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23646"/>
            <a:ext cx="4602266" cy="23623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15DEC36-F657-E954-8F8C-8820460F2C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756" y="2795347"/>
            <a:ext cx="6363588" cy="3439005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169F13E5-4C9E-D0DD-50F3-00329C6A3CF4}"/>
              </a:ext>
            </a:extLst>
          </p:cNvPr>
          <p:cNvSpPr/>
          <p:nvPr/>
        </p:nvSpPr>
        <p:spPr>
          <a:xfrm>
            <a:off x="1895475" y="5111495"/>
            <a:ext cx="6363588" cy="122262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72963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60F5D53-5030-B90E-4E70-0F12D4923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046" y="199795"/>
            <a:ext cx="4887775" cy="278153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90F5E0C-2DEA-9C2D-031E-90F2B7CC9F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8265" y="3257352"/>
            <a:ext cx="6263186" cy="2491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8742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</TotalTime>
  <Words>3</Words>
  <Application>Microsoft Office PowerPoint</Application>
  <PresentationFormat>Widescreen</PresentationFormat>
  <Paragraphs>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Limitations of updates</vt:lpstr>
      <vt:lpstr>PowerPoint Presentation</vt:lpstr>
      <vt:lpstr>PowerPoint Presentation</vt:lpstr>
    </vt:vector>
  </TitlesOfParts>
  <Company>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Estevez Polvorinos, E. (Enrique)</dc:creator>
  <cp:lastModifiedBy>Estevez Polvorinos, E. (Enrique)</cp:lastModifiedBy>
  <cp:revision>5</cp:revision>
  <dcterms:created xsi:type="dcterms:W3CDTF">2025-10-31T17:30:19Z</dcterms:created>
  <dcterms:modified xsi:type="dcterms:W3CDTF">2025-11-07T17:33:19Z</dcterms:modified>
</cp:coreProperties>
</file>